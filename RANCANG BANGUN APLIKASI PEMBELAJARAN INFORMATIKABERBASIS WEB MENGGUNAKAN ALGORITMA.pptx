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ocalhost/cursor/login.ph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3985-D9A4-F1A3-D015-411E62F69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d-ID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RANCANG BANGUN APLIKASI PEMBELAJARAN INFORMATIKABERBASIS WEB MENGGUNAKAN ALGORITMA QUICK SHORT</a:t>
            </a:r>
            <a:br>
              <a:rPr lang="en-ID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(STUDI KASUS SMP PLUS MULTAZAM)</a:t>
            </a:r>
            <a:br>
              <a:rPr lang="en-ID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261AA-EB8A-A406-B7F2-D0DBE0CC1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Oleh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Kurnia Karim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 : 301210045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01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DD60-EE69-1F76-D6EE-9BD3EBE0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Latar </a:t>
            </a:r>
            <a:r>
              <a:rPr lang="en-US" b="0" dirty="0" err="1"/>
              <a:t>belakang</a:t>
            </a:r>
            <a:r>
              <a:rPr lang="en-US" b="0" dirty="0"/>
              <a:t> (1)</a:t>
            </a:r>
            <a:endParaRPr lang="en-ID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5666-8DCF-2BB0-94D1-26AEBBFE0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6195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sistematis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membekali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peserta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didik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keterampilan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Dalam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konteks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perkembangan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pemahaman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lunak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kemampuan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berpikir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komputasional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pemecahan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d-ID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(Chandrawati et al., 2023)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D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wawancara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observasi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smp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multazam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Dalam proses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smp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multazam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temuakan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penerapaan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penerapan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konvensional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ceramah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buku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cetak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menumbuhkan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minat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pemahaman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Padahal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menuntut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keterampilan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praktis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pemahaman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konseptual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Sayangnya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media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mengakomodasi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beragam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Selain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keterbatasan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fleksibel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kendala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terutama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mandiri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luar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jam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pemanfaatan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Belum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yang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dirancang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kurikulum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D" sz="2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6781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3BB7-9CB6-969E-71FD-6D5903E5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Latar </a:t>
            </a:r>
            <a:r>
              <a:rPr lang="en-US" b="0" dirty="0" err="1"/>
              <a:t>belakang</a:t>
            </a:r>
            <a:r>
              <a:rPr lang="en-US" b="0" dirty="0"/>
              <a:t> (2)</a:t>
            </a:r>
            <a:endParaRPr lang="en-ID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8D933-3801-86D2-E40E-FBFF36FF1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 penelitian terdahlu telah mengembangkan berbagai solusi pembelajaran digital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 digital adalah proses belajar yang memanfaatkan teknologi digital untuk menyampaikan materi ajar .(Chandrawati et al., 2023) Pengembangan e-learning adalah proses merancang dan membangun sebuah sistem pembelajaran berbasis internet yang memungkinkan guru dan siswa berinteraksi di luar batas ruang dan waktu. (Susanto &amp; Ayu, 2017)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e-learning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yang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memanfaatkan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Prasetio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Musril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2022)</a:t>
            </a:r>
          </a:p>
          <a:p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solusi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8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CE77-E64F-7109-EB10-FB22109B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Lokasi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7B82-5098-6E48-2FD3-4E06F407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lakukan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Smp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Multazam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Jl.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Cinaggela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73,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Pacet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Bandung, Jawa Barat.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Pengumpulan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wawancara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guru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bersangkutan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D" dirty="0">
              <a:effectLst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7436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FA67-BBA8-C8F3-9E54-BD03F9F1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Rumusan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A4301-7990-7955-F853-BE3B79A5B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Bagaimana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merancang</a:t>
            </a:r>
            <a:r>
              <a:rPr lang="en-US" dirty="0">
                <a:effectLst/>
              </a:rPr>
              <a:t> dan </a:t>
            </a:r>
            <a:r>
              <a:rPr lang="en-US" dirty="0" err="1">
                <a:effectLst/>
              </a:rPr>
              <a:t>membangun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informatika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berbasis</a:t>
            </a:r>
            <a:r>
              <a:rPr lang="en-US" dirty="0">
                <a:effectLst/>
              </a:rPr>
              <a:t> web yang </a:t>
            </a:r>
            <a:r>
              <a:rPr lang="en-US" dirty="0" err="1">
                <a:effectLst/>
              </a:rPr>
              <a:t>sesuai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kebutuhan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siswa</a:t>
            </a:r>
            <a:r>
              <a:rPr lang="en-US" dirty="0">
                <a:effectLst/>
              </a:rPr>
              <a:t> di SMP Plus </a:t>
            </a:r>
            <a:r>
              <a:rPr lang="en-US" dirty="0" err="1">
                <a:effectLst/>
              </a:rPr>
              <a:t>Multazam</a:t>
            </a:r>
            <a:r>
              <a:rPr lang="en-US" dirty="0">
                <a:effectLst/>
              </a:rPr>
              <a:t>?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Bagaimana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penerapan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algoritma</a:t>
            </a:r>
            <a:r>
              <a:rPr lang="en-US" dirty="0">
                <a:effectLst/>
              </a:rPr>
              <a:t> </a:t>
            </a:r>
            <a:r>
              <a:rPr lang="en-US" i="1" dirty="0">
                <a:effectLst/>
              </a:rPr>
              <a:t>Quick Sort </a:t>
            </a:r>
            <a:r>
              <a:rPr lang="en-US" dirty="0" err="1">
                <a:effectLst/>
              </a:rPr>
              <a:t>dalam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sistem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informatika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mendukung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pengurutan</a:t>
            </a:r>
            <a:r>
              <a:rPr lang="en-US" dirty="0">
                <a:effectLst/>
              </a:rPr>
              <a:t> data </a:t>
            </a:r>
            <a:r>
              <a:rPr lang="en-US" dirty="0" err="1">
                <a:effectLst/>
              </a:rPr>
              <a:t>sepeperti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bedarsarkan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tingkat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kesulit</a:t>
            </a:r>
            <a:r>
              <a:rPr lang="en-US" dirty="0">
                <a:effectLst/>
              </a:rPr>
              <a:t>, dan </a:t>
            </a:r>
            <a:r>
              <a:rPr lang="en-US" dirty="0" err="1">
                <a:effectLst/>
              </a:rPr>
              <a:t>sesuai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kurikulum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sekolah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smp</a:t>
            </a:r>
            <a:r>
              <a:rPr lang="en-US" dirty="0">
                <a:effectLst/>
              </a:rPr>
              <a:t> plus </a:t>
            </a:r>
            <a:r>
              <a:rPr lang="en-US" dirty="0" err="1">
                <a:effectLst/>
              </a:rPr>
              <a:t>mulatazam</a:t>
            </a:r>
            <a:r>
              <a:rPr lang="en-US" dirty="0">
                <a:effectLst/>
              </a:rPr>
              <a:t>?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Sejauh</a:t>
            </a:r>
            <a:r>
              <a:rPr lang="en-US" dirty="0">
                <a:effectLst/>
              </a:rPr>
              <a:t> mana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 yang </a:t>
            </a:r>
            <a:r>
              <a:rPr lang="en-US" dirty="0" err="1">
                <a:effectLst/>
              </a:rPr>
              <a:t>dikembangkan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dapat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meningkatkan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efektivitas</a:t>
            </a:r>
            <a:r>
              <a:rPr lang="en-US" dirty="0">
                <a:effectLst/>
              </a:rPr>
              <a:t> dan </a:t>
            </a:r>
            <a:r>
              <a:rPr lang="en-US" dirty="0" err="1">
                <a:effectLst/>
              </a:rPr>
              <a:t>efisiensi</a:t>
            </a:r>
            <a:r>
              <a:rPr lang="en-US" dirty="0">
                <a:effectLst/>
              </a:rPr>
              <a:t> proses </a:t>
            </a:r>
            <a:r>
              <a:rPr lang="en-US" dirty="0" err="1">
                <a:effectLst/>
              </a:rPr>
              <a:t>belajar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mengajar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informatika</a:t>
            </a:r>
            <a:r>
              <a:rPr lang="en-US" dirty="0">
                <a:effectLst/>
              </a:rPr>
              <a:t> di SMP Plus </a:t>
            </a:r>
            <a:r>
              <a:rPr lang="en-US" dirty="0" err="1">
                <a:effectLst/>
              </a:rPr>
              <a:t>Multazam</a:t>
            </a:r>
            <a:r>
              <a:rPr lang="en-US" dirty="0">
                <a:effectLst/>
              </a:rPr>
              <a:t>?</a:t>
            </a:r>
            <a:endParaRPr lang="en-ID" dirty="0">
              <a:effectLst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29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66031-FD3C-19AE-EFE9-810A7A82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Batasan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FBF9-189F-EBF4-4CEB-68C09F19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634520"/>
          </a:xfrm>
        </p:spPr>
        <p:txBody>
          <a:bodyPr>
            <a:normAutofit fontScale="85000"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Penelitian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hanya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berfokus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Informatika</a:t>
            </a:r>
            <a:r>
              <a:rPr lang="en-US" dirty="0">
                <a:effectLst/>
              </a:rPr>
              <a:t> di SMP Plus </a:t>
            </a:r>
            <a:r>
              <a:rPr lang="en-US" dirty="0" err="1">
                <a:effectLst/>
              </a:rPr>
              <a:t>Multazam</a:t>
            </a:r>
            <a:r>
              <a:rPr lang="en-US" dirty="0">
                <a:effectLst/>
              </a:rPr>
              <a:t>. Materi yang </a:t>
            </a:r>
            <a:r>
              <a:rPr lang="en-US" dirty="0" err="1">
                <a:effectLst/>
              </a:rPr>
              <a:t>dikembangkan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dibatasi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kompetensi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dasar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sesuai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Kurikulum</a:t>
            </a:r>
            <a:r>
              <a:rPr lang="en-US" dirty="0">
                <a:effectLst/>
              </a:rPr>
              <a:t> yang </a:t>
            </a:r>
            <a:r>
              <a:rPr lang="en-US" dirty="0" err="1">
                <a:effectLst/>
              </a:rPr>
              <a:t>berlaku</a:t>
            </a:r>
            <a:r>
              <a:rPr lang="en-US" dirty="0">
                <a:effectLst/>
              </a:rPr>
              <a:t> di </a:t>
            </a:r>
            <a:r>
              <a:rPr lang="en-US" dirty="0" err="1">
                <a:effectLst/>
              </a:rPr>
              <a:t>sekolah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tersebut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tidak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mencakup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seluruh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atau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jenjang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lainnya</a:t>
            </a:r>
            <a:r>
              <a:rPr lang="en-US" dirty="0">
                <a:effectLst/>
              </a:rPr>
              <a:t>.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Sistem</a:t>
            </a:r>
            <a:r>
              <a:rPr lang="en-US" dirty="0">
                <a:effectLst/>
              </a:rPr>
              <a:t> yang </a:t>
            </a:r>
            <a:r>
              <a:rPr lang="en-US" dirty="0" err="1">
                <a:effectLst/>
              </a:rPr>
              <a:t>dikembangkan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terbatas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fitur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utama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berupa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penyajian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modul</a:t>
            </a:r>
            <a:r>
              <a:rPr lang="en-US" dirty="0">
                <a:effectLst/>
              </a:rPr>
              <a:t> digital, </a:t>
            </a:r>
            <a:r>
              <a:rPr lang="en-US" dirty="0" err="1">
                <a:effectLst/>
              </a:rPr>
              <a:t>sistem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pengurutan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menggunakan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algoritma</a:t>
            </a:r>
            <a:r>
              <a:rPr lang="en-US" dirty="0">
                <a:effectLst/>
              </a:rPr>
              <a:t> Quick Sort, dan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dasar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akses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konten</a:t>
            </a:r>
            <a:r>
              <a:rPr lang="en-US" dirty="0">
                <a:effectLst/>
              </a:rPr>
              <a:t>.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dikembangkan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khusus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platform web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teknologi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dasar</a:t>
            </a:r>
            <a:r>
              <a:rPr lang="en-US" dirty="0">
                <a:effectLst/>
              </a:rPr>
              <a:t> (HTML, CSS, JavaScript) </a:t>
            </a:r>
            <a:r>
              <a:rPr lang="en-US" dirty="0" err="1">
                <a:effectLst/>
              </a:rPr>
              <a:t>tanpa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optimasi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khusus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perangkat</a:t>
            </a:r>
            <a:r>
              <a:rPr lang="en-US" dirty="0">
                <a:effectLst/>
              </a:rPr>
              <a:t> mobile.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 err="1">
                <a:effectLst/>
              </a:rPr>
              <a:t>Evaluasi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difokuskan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aspek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fungsionalitas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kemudahan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penggunaan</a:t>
            </a:r>
            <a:r>
              <a:rPr lang="en-US" dirty="0">
                <a:effectLst/>
              </a:rPr>
              <a:t>, dan </a:t>
            </a:r>
            <a:r>
              <a:rPr lang="en-US" dirty="0" err="1">
                <a:effectLst/>
              </a:rPr>
              <a:t>relevansi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bukan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evaluasi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mendalam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terhadap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hasil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belajar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secara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kuantitatif</a:t>
            </a:r>
            <a:r>
              <a:rPr lang="en-US" dirty="0">
                <a:effectLst/>
              </a:rPr>
              <a:t>.</a:t>
            </a:r>
            <a:endParaRPr lang="en-ID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dirty="0">
                <a:effectLst/>
              </a:rPr>
              <a:t>Studi </a:t>
            </a:r>
            <a:r>
              <a:rPr lang="en-US" dirty="0" err="1">
                <a:effectLst/>
              </a:rPr>
              <a:t>kasus</a:t>
            </a:r>
            <a:r>
              <a:rPr lang="en-US" dirty="0">
                <a:effectLst/>
              </a:rPr>
              <a:t> di </a:t>
            </a:r>
            <a:r>
              <a:rPr lang="en-US" dirty="0" err="1">
                <a:effectLst/>
              </a:rPr>
              <a:t>lakukan</a:t>
            </a:r>
            <a:r>
              <a:rPr lang="en-US" dirty="0">
                <a:effectLst/>
              </a:rPr>
              <a:t> di </a:t>
            </a:r>
            <a:r>
              <a:rPr lang="en-US" dirty="0" err="1">
                <a:effectLst/>
              </a:rPr>
              <a:t>smp</a:t>
            </a:r>
            <a:r>
              <a:rPr lang="en-US" dirty="0">
                <a:effectLst/>
              </a:rPr>
              <a:t> plus </a:t>
            </a:r>
            <a:r>
              <a:rPr lang="en-US" dirty="0" err="1">
                <a:effectLst/>
              </a:rPr>
              <a:t>multazam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fokus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siswa</a:t>
            </a:r>
            <a:r>
              <a:rPr lang="en-US" dirty="0">
                <a:effectLst/>
              </a:rPr>
              <a:t> dan </a:t>
            </a:r>
            <a:r>
              <a:rPr lang="en-US" dirty="0" err="1">
                <a:effectLst/>
              </a:rPr>
              <a:t>beberapa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sesuai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kebutuhan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sekolah</a:t>
            </a:r>
            <a:r>
              <a:rPr lang="en-US" dirty="0">
                <a:effectLst/>
              </a:rPr>
              <a:t>.</a:t>
            </a:r>
            <a:endParaRPr lang="en-ID" dirty="0">
              <a:effectLst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450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C006-DC2B-40D2-0AC7-9A98429F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Tujuan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08B6D-96FD-0084-1CA4-C35A74FD3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ID" dirty="0" err="1">
                <a:effectLst/>
              </a:rPr>
              <a:t>merancang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membangun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pembelajaran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informatika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berbasis</a:t>
            </a:r>
            <a:r>
              <a:rPr lang="en-ID" dirty="0">
                <a:effectLst/>
              </a:rPr>
              <a:t> web yang </a:t>
            </a:r>
            <a:r>
              <a:rPr lang="en-ID" dirty="0" err="1">
                <a:effectLst/>
              </a:rPr>
              <a:t>sesuai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dengan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kebutuhan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pembelajaran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siswa</a:t>
            </a:r>
            <a:r>
              <a:rPr lang="en-ID" dirty="0">
                <a:effectLst/>
              </a:rPr>
              <a:t> di SMP Plus </a:t>
            </a:r>
            <a:r>
              <a:rPr lang="en-ID" dirty="0" err="1">
                <a:effectLst/>
              </a:rPr>
              <a:t>Multazam</a:t>
            </a:r>
            <a:r>
              <a:rPr lang="en-ID" dirty="0">
                <a:effectLst/>
              </a:rPr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menerapkan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algoritma</a:t>
            </a:r>
            <a:r>
              <a:rPr lang="en-ID" dirty="0">
                <a:effectLst/>
              </a:rPr>
              <a:t> </a:t>
            </a:r>
            <a:r>
              <a:rPr lang="en-ID" i="1" dirty="0">
                <a:effectLst/>
              </a:rPr>
              <a:t>Quick Sort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sistem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guna </a:t>
            </a:r>
            <a:r>
              <a:rPr lang="en-ID" dirty="0" err="1">
                <a:effectLst/>
              </a:rPr>
              <a:t>mengelola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mengurutkan</a:t>
            </a:r>
            <a:r>
              <a:rPr lang="en-ID" dirty="0">
                <a:effectLst/>
              </a:rPr>
              <a:t> data </a:t>
            </a:r>
            <a:r>
              <a:rPr lang="en-ID" dirty="0" err="1">
                <a:effectLst/>
              </a:rPr>
              <a:t>seperti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materi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pembelajaran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atau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nilai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siswa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efisien</a:t>
            </a:r>
            <a:r>
              <a:rPr lang="en-ID" dirty="0">
                <a:effectLst/>
              </a:rPr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dirty="0" err="1">
                <a:effectLst/>
              </a:rPr>
              <a:t>Untuk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efektivitas</a:t>
            </a:r>
            <a:r>
              <a:rPr lang="en-ID" dirty="0">
                <a:effectLst/>
              </a:rPr>
              <a:t> dan </a:t>
            </a:r>
            <a:r>
              <a:rPr lang="en-ID" dirty="0" err="1">
                <a:effectLst/>
              </a:rPr>
              <a:t>efisiensi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aplikasi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pembelajaran</a:t>
            </a:r>
            <a:r>
              <a:rPr lang="en-ID" dirty="0">
                <a:effectLst/>
              </a:rPr>
              <a:t> yang </a:t>
            </a:r>
            <a:r>
              <a:rPr lang="en-ID" dirty="0" err="1">
                <a:effectLst/>
              </a:rPr>
              <a:t>dikembangkan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dalam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meningkatkan</a:t>
            </a:r>
            <a:r>
              <a:rPr lang="en-ID" dirty="0">
                <a:effectLst/>
              </a:rPr>
              <a:t> proses </a:t>
            </a:r>
            <a:r>
              <a:rPr lang="en-ID" dirty="0" err="1">
                <a:effectLst/>
              </a:rPr>
              <a:t>belajar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mengajar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informatika</a:t>
            </a:r>
            <a:r>
              <a:rPr lang="en-ID" dirty="0">
                <a:effectLst/>
              </a:rPr>
              <a:t> di SMP Plus </a:t>
            </a:r>
            <a:r>
              <a:rPr lang="en-ID" dirty="0" err="1">
                <a:effectLst/>
              </a:rPr>
              <a:t>Multazam</a:t>
            </a:r>
            <a:r>
              <a:rPr lang="en-ID" dirty="0">
                <a:effectLst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4594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18CE-BCAB-2371-38FA-90E88903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 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perancangan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3482-9F1F-CC77-ADD1-3F37557BC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64569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Analisis</a:t>
            </a:r>
            <a:endParaRPr lang="en-US" dirty="0"/>
          </a:p>
          <a:p>
            <a:r>
              <a:rPr lang="en-US" dirty="0" err="1">
                <a:effectLst/>
              </a:rPr>
              <a:t>Analisis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dilakukan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sebagai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langkah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awal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penelitian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mengidentifikasi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kebutuhan-kebutuhan</a:t>
            </a:r>
            <a:r>
              <a:rPr lang="en-US" dirty="0">
                <a:effectLst/>
              </a:rPr>
              <a:t> yang </a:t>
            </a:r>
            <a:r>
              <a:rPr lang="en-US" dirty="0" err="1">
                <a:effectLst/>
              </a:rPr>
              <a:t>diperlukan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dalam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merancang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. </a:t>
            </a:r>
          </a:p>
          <a:p>
            <a:r>
              <a:rPr lang="en-US" dirty="0" err="1">
                <a:effectLst/>
              </a:rPr>
              <a:t>Analisis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masalah</a:t>
            </a:r>
            <a:endParaRPr lang="en-US" dirty="0">
              <a:effectLst/>
            </a:endParaRPr>
          </a:p>
          <a:p>
            <a:r>
              <a:rPr lang="en-ID" dirty="0"/>
              <a:t>Proses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didominasi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ceramah</a:t>
            </a:r>
            <a:r>
              <a:rPr lang="en-ID" dirty="0"/>
              <a:t> dan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cetak</a:t>
            </a:r>
            <a:r>
              <a:rPr lang="en-ID" dirty="0"/>
              <a:t> →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berminat</a:t>
            </a:r>
            <a:r>
              <a:rPr lang="en-ID" dirty="0"/>
              <a:t> dan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praktis</a:t>
            </a:r>
            <a:r>
              <a:rPr lang="en-ID" dirty="0"/>
              <a:t> </a:t>
            </a:r>
            <a:r>
              <a:rPr lang="en-ID" dirty="0" err="1"/>
              <a:t>informatika</a:t>
            </a:r>
            <a:endParaRPr lang="en-ID" dirty="0"/>
          </a:p>
          <a:p>
            <a:r>
              <a:rPr lang="en-ID" dirty="0"/>
              <a:t> Materi ajar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terstandar</a:t>
            </a:r>
            <a:r>
              <a:rPr lang="en-ID" dirty="0"/>
              <a:t> dan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eksternal</a:t>
            </a:r>
            <a:r>
              <a:rPr lang="en-ID" dirty="0"/>
              <a:t> →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kurikulum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.</a:t>
            </a:r>
          </a:p>
          <a:p>
            <a:r>
              <a:rPr lang="en-ID" dirty="0"/>
              <a:t>Media </a:t>
            </a:r>
            <a:r>
              <a:rPr lang="en-ID" dirty="0" err="1"/>
              <a:t>pembelajaran</a:t>
            </a:r>
            <a:r>
              <a:rPr lang="en-ID" dirty="0"/>
              <a:t> digital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 →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mandiri</a:t>
            </a:r>
            <a:r>
              <a:rPr lang="en-ID" dirty="0"/>
              <a:t> di </a:t>
            </a:r>
            <a:r>
              <a:rPr lang="en-ID" dirty="0" err="1"/>
              <a:t>luar</a:t>
            </a:r>
            <a:r>
              <a:rPr lang="en-ID" dirty="0"/>
              <a:t> jam </a:t>
            </a:r>
            <a:r>
              <a:rPr lang="en-ID" dirty="0" err="1"/>
              <a:t>pelajaran</a:t>
            </a:r>
            <a:r>
              <a:rPr lang="en-ID" dirty="0"/>
              <a:t> formal.</a:t>
            </a:r>
          </a:p>
          <a:p>
            <a:r>
              <a:rPr lang="en-ID" dirty="0"/>
              <a:t>Guru </a:t>
            </a:r>
            <a:r>
              <a:rPr lang="en-ID" dirty="0" err="1"/>
              <a:t>kesulitan</a:t>
            </a:r>
            <a:r>
              <a:rPr lang="en-ID" dirty="0"/>
              <a:t> </a:t>
            </a:r>
            <a:r>
              <a:rPr lang="en-ID" dirty="0" err="1"/>
              <a:t>menyusun</a:t>
            </a:r>
            <a:r>
              <a:rPr lang="en-ID" dirty="0"/>
              <a:t> dan </a:t>
            </a:r>
            <a:r>
              <a:rPr lang="en-ID" dirty="0" err="1"/>
              <a:t>menyampaikan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→ </a:t>
            </a:r>
            <a:r>
              <a:rPr lang="en-ID" dirty="0" err="1"/>
              <a:t>berdampak</a:t>
            </a:r>
            <a:r>
              <a:rPr lang="en-ID" dirty="0"/>
              <a:t> pada </a:t>
            </a:r>
            <a:r>
              <a:rPr lang="en-ID" dirty="0" err="1"/>
              <a:t>efektivitas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778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8A19-FC54-D4EB-A018-8F1A0B20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4 </a:t>
            </a:r>
            <a:r>
              <a:rPr lang="en-US" dirty="0" err="1"/>
              <a:t>analisis</a:t>
            </a:r>
            <a:r>
              <a:rPr lang="en-US" dirty="0"/>
              <a:t> &amp; </a:t>
            </a:r>
            <a:r>
              <a:rPr lang="en-US" dirty="0" err="1"/>
              <a:t>perancangan</a:t>
            </a:r>
            <a:br>
              <a:rPr lang="en-US" dirty="0"/>
            </a:br>
            <a:r>
              <a:rPr lang="en-US" dirty="0" err="1"/>
              <a:t>analisis</a:t>
            </a:r>
            <a:r>
              <a:rPr lang="en-US" dirty="0"/>
              <a:t> (2)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5B8B0-A85B-F7E1-9E05-3FFA3460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761936"/>
          </a:xfrm>
        </p:spPr>
        <p:txBody>
          <a:bodyPr>
            <a:normAutofit lnSpcReduction="10000"/>
          </a:bodyPr>
          <a:lstStyle/>
          <a:p>
            <a:r>
              <a:rPr lang="en-ID" dirty="0"/>
              <a:t>Windows 10 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Visual Studio Code, Figma, dan browser </a:t>
            </a:r>
            <a:r>
              <a:rPr lang="en-ID" dirty="0" err="1"/>
              <a:t>pengujian</a:t>
            </a:r>
            <a:r>
              <a:rPr lang="en-ID" dirty="0"/>
              <a:t> web.</a:t>
            </a:r>
          </a:p>
          <a:p>
            <a:r>
              <a:rPr lang="en-ID" dirty="0"/>
              <a:t>Figma : Platform </a:t>
            </a:r>
            <a:r>
              <a:rPr lang="en-ID" dirty="0" err="1"/>
              <a:t>desain</a:t>
            </a:r>
            <a:r>
              <a:rPr lang="en-ID" dirty="0"/>
              <a:t> UI </a:t>
            </a:r>
            <a:r>
              <a:rPr lang="en-ID" dirty="0" err="1"/>
              <a:t>berbasis</a:t>
            </a:r>
            <a:r>
              <a:rPr lang="en-ID" dirty="0"/>
              <a:t> web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merancang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antarmuka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proses </a:t>
            </a:r>
            <a:r>
              <a:rPr lang="en-ID" dirty="0" err="1"/>
              <a:t>pengkodean</a:t>
            </a:r>
            <a:r>
              <a:rPr lang="en-ID" dirty="0"/>
              <a:t>.</a:t>
            </a:r>
          </a:p>
          <a:p>
            <a:r>
              <a:rPr lang="en-ID" dirty="0" err="1"/>
              <a:t>Drwa</a:t>
            </a:r>
            <a:r>
              <a:rPr lang="en-ID" dirty="0"/>
              <a:t> io :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diagram </a:t>
            </a:r>
            <a:r>
              <a:rPr lang="en-ID" dirty="0" err="1"/>
              <a:t>perancangan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Use Case, Activity Diagram, Sequence Diagram dan Class Diagram yang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memvisualisasikan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dokumentasi</a:t>
            </a:r>
            <a:r>
              <a:rPr lang="en-ID" dirty="0"/>
              <a:t> dan </a:t>
            </a:r>
            <a:r>
              <a:rPr lang="en-ID" dirty="0" err="1"/>
              <a:t>perancangan</a:t>
            </a:r>
            <a:endParaRPr lang="en-ID" dirty="0"/>
          </a:p>
          <a:p>
            <a:r>
              <a:rPr lang="en-ID" dirty="0"/>
              <a:t>Microsoft Edge : Browser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antarmuka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men-debug </a:t>
            </a:r>
            <a:r>
              <a:rPr lang="en-ID" dirty="0" err="1"/>
              <a:t>tampilan</a:t>
            </a:r>
            <a:r>
              <a:rPr lang="en-ID" dirty="0"/>
              <a:t> web, dan </a:t>
            </a:r>
            <a:r>
              <a:rPr lang="en-ID" dirty="0" err="1"/>
              <a:t>memverifikasi</a:t>
            </a:r>
            <a:r>
              <a:rPr lang="en-ID" dirty="0"/>
              <a:t> </a:t>
            </a:r>
            <a:r>
              <a:rPr lang="en-ID" dirty="0" err="1"/>
              <a:t>fungsionalitas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developer tools </a:t>
            </a:r>
            <a:r>
              <a:rPr lang="en-ID" dirty="0" err="1"/>
              <a:t>bawaan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6176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93EA-8680-D219-56E7-B72BC382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4 </a:t>
            </a:r>
            <a:r>
              <a:rPr lang="en-US" dirty="0" err="1"/>
              <a:t>analisis</a:t>
            </a:r>
            <a:r>
              <a:rPr lang="en-US" dirty="0"/>
              <a:t> &amp;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analisis</a:t>
            </a:r>
            <a:r>
              <a:rPr lang="en-US" dirty="0"/>
              <a:t> (3)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F472-D7B2-4222-8FF5-0B9D7B9DC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23869"/>
            <a:ext cx="10353762" cy="4856813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endParaRPr lang="en-ID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di mana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(admin,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memasukkan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username dan </a:t>
            </a:r>
            <a:r>
              <a:rPr lang="en-US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Dashbroad</a:t>
            </a:r>
            <a:endParaRPr lang="en-ID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login,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diarahkan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dashboard. Di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sinilah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navigasi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ID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1. Materi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pengenalan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dasar-dasar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ID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menyajikan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lanjutan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dan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pengantar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23025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F694-1274-C39E-BAF9-FADF34AF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42D2-9C10-787E-FCD5-6EF9D3D6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effectLst/>
              </a:rPr>
              <a:t>Halaman </a:t>
            </a:r>
            <a:r>
              <a:rPr lang="en-US" dirty="0" err="1">
                <a:effectLst/>
              </a:rPr>
              <a:t>Pembelajaran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Kelas</a:t>
            </a:r>
            <a:r>
              <a:rPr lang="en-US" dirty="0">
                <a:effectLst/>
              </a:rPr>
              <a:t> 3</a:t>
            </a:r>
            <a:endParaRPr lang="en-ID" dirty="0">
              <a:effectLst/>
            </a:endParaRPr>
          </a:p>
          <a:p>
            <a:r>
              <a:rPr lang="en-US" dirty="0">
                <a:effectLst/>
              </a:rPr>
              <a:t>Materi </a:t>
            </a:r>
            <a:r>
              <a:rPr lang="en-US" dirty="0" err="1">
                <a:effectLst/>
              </a:rPr>
              <a:t>tingkat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lanjut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tersedia</a:t>
            </a:r>
            <a:r>
              <a:rPr lang="en-US" dirty="0">
                <a:effectLst/>
              </a:rPr>
              <a:t> di </a:t>
            </a:r>
            <a:r>
              <a:rPr lang="en-US" dirty="0" err="1">
                <a:effectLst/>
              </a:rPr>
              <a:t>halaman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ini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fokus</a:t>
            </a:r>
            <a:r>
              <a:rPr lang="en-US" dirty="0">
                <a:effectLst/>
              </a:rPr>
              <a:t> pada </a:t>
            </a:r>
            <a:r>
              <a:rPr lang="en-US" dirty="0" err="1">
                <a:effectLst/>
              </a:rPr>
              <a:t>algoritma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kompleks</a:t>
            </a:r>
            <a:r>
              <a:rPr lang="en-US" dirty="0">
                <a:effectLst/>
              </a:rPr>
              <a:t> </a:t>
            </a:r>
          </a:p>
          <a:p>
            <a:pPr lvl="0"/>
            <a:r>
              <a:rPr lang="en-US" dirty="0">
                <a:effectLst/>
              </a:rPr>
              <a:t>Halaman </a:t>
            </a:r>
            <a:r>
              <a:rPr lang="en-US" i="1" dirty="0">
                <a:effectLst/>
              </a:rPr>
              <a:t>Logout</a:t>
            </a:r>
            <a:r>
              <a:rPr lang="en-US" dirty="0">
                <a:effectLst/>
              </a:rPr>
              <a:t> </a:t>
            </a:r>
            <a:endParaRPr lang="en-ID" dirty="0">
              <a:effectLst/>
            </a:endParaRPr>
          </a:p>
          <a:p>
            <a:r>
              <a:rPr lang="en-US" dirty="0" err="1">
                <a:effectLst/>
              </a:rPr>
              <a:t>Digunakan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keluar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aplikasi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dengan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aman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setelah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pengguna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menyelesaikan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aktivitasnya</a:t>
            </a:r>
            <a:r>
              <a:rPr lang="en-US" dirty="0">
                <a:effectLst/>
              </a:rPr>
              <a:t>. Ini </a:t>
            </a:r>
            <a:r>
              <a:rPr lang="en-US" dirty="0" err="1">
                <a:effectLst/>
              </a:rPr>
              <a:t>penting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untuk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menjaga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keamanan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akun</a:t>
            </a:r>
            <a:r>
              <a:rPr lang="en-US" dirty="0">
                <a:effectLst/>
              </a:rPr>
              <a:t> dan </a:t>
            </a:r>
            <a:r>
              <a:rPr lang="en-US" dirty="0" err="1">
                <a:effectLst/>
              </a:rPr>
              <a:t>memastikan</a:t>
            </a:r>
            <a:r>
              <a:rPr lang="en-US" dirty="0">
                <a:effectLst/>
              </a:rPr>
              <a:t> data </a:t>
            </a:r>
            <a:r>
              <a:rPr lang="en-US" dirty="0" err="1">
                <a:effectLst/>
              </a:rPr>
              <a:t>pengguna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tetap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terlindungi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akses</a:t>
            </a:r>
            <a:r>
              <a:rPr lang="en-US" dirty="0">
                <a:effectLst/>
              </a:rPr>
              <a:t> yang </a:t>
            </a:r>
            <a:r>
              <a:rPr lang="en-US" dirty="0" err="1">
                <a:effectLst/>
              </a:rPr>
              <a:t>tidak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sah</a:t>
            </a:r>
            <a:r>
              <a:rPr lang="en-US" dirty="0">
                <a:effectLst/>
              </a:rPr>
              <a:t>.</a:t>
            </a:r>
            <a:endParaRPr lang="en-ID" dirty="0">
              <a:effectLst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98127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32E6F-2C4F-D048-6758-0B50A094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4 </a:t>
            </a:r>
            <a:r>
              <a:rPr lang="en-US" dirty="0" err="1"/>
              <a:t>analisis</a:t>
            </a:r>
            <a:r>
              <a:rPr lang="en-US" dirty="0"/>
              <a:t> &amp; </a:t>
            </a:r>
            <a:r>
              <a:rPr lang="en-US" dirty="0" err="1"/>
              <a:t>perancangan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1FFCA-3C24-2E9A-F3D1-BD24894CC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58977"/>
            <a:ext cx="10353762" cy="5299023"/>
          </a:xfrm>
        </p:spPr>
        <p:txBody>
          <a:bodyPr>
            <a:normAutofit/>
          </a:bodyPr>
          <a:lstStyle/>
          <a:p>
            <a:r>
              <a:rPr lang="en-ID" dirty="0"/>
              <a:t>UML (Unified </a:t>
            </a:r>
            <a:r>
              <a:rPr lang="en-ID" dirty="0" err="1"/>
              <a:t>Modeling</a:t>
            </a:r>
            <a:r>
              <a:rPr lang="en-ID" dirty="0"/>
              <a:t> Language)</a:t>
            </a:r>
          </a:p>
          <a:p>
            <a:r>
              <a:rPr lang="en-ID" dirty="0"/>
              <a:t>UML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bantu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visual. </a:t>
            </a:r>
          </a:p>
          <a:p>
            <a:r>
              <a:rPr lang="en-ID" dirty="0"/>
              <a:t>1.Use Case Diagram </a:t>
            </a:r>
          </a:p>
          <a:p>
            <a:r>
              <a:rPr lang="en-ID" dirty="0"/>
              <a:t>2.Activity Diagram </a:t>
            </a:r>
          </a:p>
          <a:p>
            <a:r>
              <a:rPr lang="en-ID" dirty="0"/>
              <a:t>3.Sequence Diagram </a:t>
            </a:r>
          </a:p>
          <a:p>
            <a:pPr algn="just"/>
            <a:r>
              <a:rPr lang="en-ID" dirty="0"/>
              <a:t>4.Class Diagram</a:t>
            </a:r>
          </a:p>
          <a:p>
            <a:r>
              <a:rPr lang="en-ID" dirty="0"/>
              <a:t>Desain </a:t>
            </a:r>
            <a:r>
              <a:rPr lang="en-ID" dirty="0" err="1"/>
              <a:t>Antarmuka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effectLst/>
              </a:rPr>
              <a:t>Desain </a:t>
            </a:r>
            <a:r>
              <a:rPr lang="en-US" dirty="0" err="1">
                <a:effectLst/>
              </a:rPr>
              <a:t>tampilan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login user     </a:t>
            </a:r>
            <a:endParaRPr lang="en-ID" dirty="0"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effectLst/>
              </a:rPr>
              <a:t>Desain </a:t>
            </a:r>
            <a:r>
              <a:rPr lang="en-US" dirty="0" err="1">
                <a:effectLst/>
              </a:rPr>
              <a:t>tampilan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halaman</a:t>
            </a:r>
            <a:r>
              <a:rPr lang="en-US" dirty="0">
                <a:effectLst/>
              </a:rPr>
              <a:t> register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effectLst/>
              </a:rPr>
              <a:t>Desain </a:t>
            </a:r>
            <a:r>
              <a:rPr lang="en-US" dirty="0" err="1">
                <a:effectLst/>
              </a:rPr>
              <a:t>tampilan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dashbroad</a:t>
            </a:r>
            <a:endParaRPr lang="en-ID" dirty="0">
              <a:effectLst/>
            </a:endParaRPr>
          </a:p>
          <a:p>
            <a:pPr marL="457200" indent="-457200">
              <a:buFont typeface="+mj-lt"/>
              <a:buAutoNum type="arabicPeriod"/>
            </a:pPr>
            <a:endParaRPr lang="en-ID" dirty="0">
              <a:effectLst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21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2830-C938-8093-FDC5-E6606911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8B3C-8D59-759A-844A-67DE6B69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 Desain </a:t>
            </a:r>
            <a:r>
              <a:rPr lang="en-US" dirty="0" err="1">
                <a:effectLst/>
              </a:rPr>
              <a:t>tampilan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kelas</a:t>
            </a:r>
            <a:r>
              <a:rPr lang="en-US" dirty="0">
                <a:effectLst/>
              </a:rPr>
              <a:t> 1</a:t>
            </a:r>
            <a:endParaRPr lang="en-ID" dirty="0">
              <a:effectLst/>
            </a:endParaRPr>
          </a:p>
          <a:p>
            <a:r>
              <a:rPr lang="en-US" dirty="0">
                <a:effectLst/>
              </a:rPr>
              <a:t>Desain </a:t>
            </a:r>
            <a:r>
              <a:rPr lang="en-US" dirty="0" err="1">
                <a:effectLst/>
              </a:rPr>
              <a:t>tampilan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antarmuka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materi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kelas</a:t>
            </a:r>
            <a:r>
              <a:rPr lang="en-US" dirty="0">
                <a:effectLst/>
              </a:rPr>
              <a:t> 2</a:t>
            </a:r>
            <a:endParaRPr lang="en-ID" dirty="0">
              <a:effectLst/>
            </a:endParaRPr>
          </a:p>
          <a:p>
            <a:r>
              <a:rPr lang="en-US" dirty="0">
                <a:effectLst/>
              </a:rPr>
              <a:t>Desain </a:t>
            </a:r>
            <a:r>
              <a:rPr lang="en-ID" dirty="0" err="1">
                <a:effectLst/>
              </a:rPr>
              <a:t>tampilan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antarmuka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materi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kelas</a:t>
            </a:r>
            <a:r>
              <a:rPr lang="en-ID" dirty="0">
                <a:effectLst/>
              </a:rPr>
              <a:t> 3 </a:t>
            </a:r>
          </a:p>
          <a:p>
            <a:endParaRPr lang="en-ID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181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487D-808D-4CCA-50FB-AA2E46B7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5 </a:t>
            </a:r>
            <a:r>
              <a:rPr lang="en-US" dirty="0" err="1"/>
              <a:t>implementasi</a:t>
            </a:r>
            <a:r>
              <a:rPr lang="en-US" dirty="0"/>
              <a:t> dan </a:t>
            </a:r>
            <a:r>
              <a:rPr lang="en-US" dirty="0" err="1"/>
              <a:t>pengujian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implementasi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7EB29-72A0-6333-037E-11D4503F8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informatika</a:t>
            </a:r>
            <a:r>
              <a:rPr lang="en-ID" dirty="0"/>
              <a:t>)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daring oleh </a:t>
            </a:r>
            <a:r>
              <a:rPr lang="en-ID" dirty="0" err="1"/>
              <a:t>siswa</a:t>
            </a:r>
            <a:r>
              <a:rPr lang="en-ID" dirty="0"/>
              <a:t> dan admin. </a:t>
            </a:r>
          </a:p>
          <a:p>
            <a:r>
              <a:rPr lang="en-ID" dirty="0">
                <a:hlinkClick r:id="rId2"/>
              </a:rPr>
              <a:t>http://localhost/cursor/login.php</a:t>
            </a:r>
            <a:endParaRPr lang="en-ID" dirty="0"/>
          </a:p>
          <a:p>
            <a:r>
              <a:rPr lang="en-ID" dirty="0"/>
              <a:t>http://localhost/cursor/admin_login.php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11241-DB2D-E2FD-CC87-F36B4E8D3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92564"/>
            <a:ext cx="5890075" cy="319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18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EBC3-B2AC-0F5A-DB19-1566ADFB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Bab 6 </a:t>
            </a:r>
            <a:r>
              <a:rPr lang="en-US" dirty="0" err="1"/>
              <a:t>kesimpulan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7FDF-76BC-19E5-8CC2-5FC4F6275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454638"/>
          </a:xfrm>
        </p:spPr>
        <p:txBody>
          <a:bodyPr>
            <a:normAutofit fontScale="40000" lnSpcReduction="2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belajar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mengajar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pelajaran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SMP Plus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Multazam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fleksibel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kurikulum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berlaku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kapan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di mana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perangkat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desktop.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Quick Sort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terbukti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mengurutkan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kesulitan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Hal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mengakses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bertahap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terstruktur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Fitur-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halaman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login, dashboard,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pembelajaran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logout,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(guru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Dashboard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pusat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menyajikan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masing-masing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Hasil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black-box testing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fungsinya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dinilai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guru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internal.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Penerapan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Waterfall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pengembangan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struktur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sistematis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terencana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Tahapan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pemeliharaan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dilaksanakan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runtut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terarah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sz="4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4000" dirty="0">
                <a:effectLst/>
              </a:rPr>
              <a:t>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07044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105</TotalTime>
  <Words>1332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Rockwell</vt:lpstr>
      <vt:lpstr>Times New Roman</vt:lpstr>
      <vt:lpstr>Damask</vt:lpstr>
      <vt:lpstr>RANCANG BANGUN APLIKASI PEMBELAJARAN INFORMATIKABERBASIS WEB MENGGUNAKAN ALGORITMA QUICK SHORT (STUDI KASUS SMP PLUS MULTAZAM) </vt:lpstr>
      <vt:lpstr>Latar belakang (1)</vt:lpstr>
      <vt:lpstr>Latar belakang (2)</vt:lpstr>
      <vt:lpstr>Lokasi penelitian</vt:lpstr>
      <vt:lpstr>Rumusan masalah </vt:lpstr>
      <vt:lpstr>Batasan masalah</vt:lpstr>
      <vt:lpstr>Tujuan penelitian </vt:lpstr>
      <vt:lpstr>Bab 4 analisis dan perancangan analisis (1)</vt:lpstr>
      <vt:lpstr>Bab 4 analisis &amp; perancangan analisis (2)</vt:lpstr>
      <vt:lpstr>Bab 4 analisis &amp; perancangan  analisis (3)</vt:lpstr>
      <vt:lpstr>PowerPoint Presentation</vt:lpstr>
      <vt:lpstr>Bab 4 analisis &amp; perancangan</vt:lpstr>
      <vt:lpstr>PowerPoint Presentation</vt:lpstr>
      <vt:lpstr>Bab 5 implementasi dan pengujian (implementasi)</vt:lpstr>
      <vt:lpstr>Bab 6 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HASBI KURNIAKARIM</dc:creator>
  <cp:lastModifiedBy>HASBI KURNIAKARIM</cp:lastModifiedBy>
  <cp:revision>2</cp:revision>
  <dcterms:created xsi:type="dcterms:W3CDTF">2025-08-29T09:38:22Z</dcterms:created>
  <dcterms:modified xsi:type="dcterms:W3CDTF">2025-08-30T02:10:46Z</dcterms:modified>
</cp:coreProperties>
</file>